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one line: ClashAI makes AI argue both sides of your decision, fact-checks the argument, and tells you how confident the verdict is. Then say the deck follows the two review tasks: Task 1 (problem and solution), Task 2 (blueprint).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30 seconds. The key idea: one voice, delivered confidently, is not the same as a well-examined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users are people making a personal or small-team decision. Stakeholders are people who benefit indirectly, such as educators.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fair to existing tools. They are good at answers. They are weak at opposition, evidence for this specific decision, and showing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in one breath: type a decision, four AI roles debate it live, the fact-checker verifies claims with web search, the moderator gives a verdict with confidence. Then walk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here is qualitative. Say how you will check it: demo feedback from test users, and whether the verdict is understood.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request: user submits a decision, the orchestrator runs the four agents in order, calling Gemini for each turn and Tavily for the Fact-Checker, and streams each turn to the UI as it is 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software only; no hardware is involved. Walk it top to bottom: UI to orchestrator to agents to search, with the stream carrying results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choice is about speed of build and cost. The design is model-agnostic, so the provider can change without reworking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like honesty here. Name the real risks: latency, grounding quality and API limits. If they ask for alternatives: (1) One prompt arguing both sides cannot rebut, sequential turns can. (2) Parallel agents are faster but give separate monologues, not a debate. (3) Gemini was chosen for its free tier, and the app is model-agnostic so the provider can be swapped by changing one API client. (4) SSE is simpler for one-way streaming; WebSockets would help if we add user interjection.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6858000" cy="68580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371600"/>
            <a:ext cx="5394960" cy="5394960"/>
          </a:xfrm>
          <a:prstGeom prst="ellipse">
            <a:avLst/>
          </a:prstGeom>
          <a:ln w="19050">
            <a:solidFill>
              <a:srgbClr val="2B33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-548640"/>
            <a:ext cx="3749040" cy="3749040"/>
          </a:xfrm>
          <a:prstGeom prst="ellipse">
            <a:avLst/>
          </a:prstGeom>
          <a:ln w="19050">
            <a:solidFill>
              <a:srgbClr val="E8B00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0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HACKITON’26  ·  REVIEW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ClashAI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AI debate engine that argues out your biggest decisions — with live fact-checking and a confidence-scored verdict.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617720"/>
            <a:ext cx="2011680" cy="0"/>
          </a:xfrm>
          <a:prstGeom prst="line">
            <a:avLst/>
          </a:prstGeom>
          <a:noFill/>
          <a:ln w="25400">
            <a:solidFill>
              <a:srgbClr val="E8B00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Kokila S  ·  Dhanya Priya S  ·  Nithishkumar 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138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Problem–Solution Definition   |   Task 2: Solution Blueprint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B0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·  PROBLEM &amp; WHY IT MATTERS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decisions are made on one-sided advice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ClashAI  ·  HackITon’26  ·  Review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60120" y="160020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facing a career switch, a course, a purchase or a startup idea turn to a friend, a search engine or a single AI chatbot. </a:t>
            </a:r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returns one perspective, delivered with confidence, with little to challenge it.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0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Costly to reverse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14400" y="42245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Career, money and time commitments are hard to undo once made.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3400" y="29718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17720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46177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0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61772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gets amplified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17720" y="42245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tend to follow the framing of the question, which reinforces what the user already believes.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046720" y="29718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21040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83210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0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32104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is invisible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321040" y="42245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sounds equally confident whether the topic is settled or genuinely contested.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0080" y="5349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</a:t>
            </a:r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let anyone see the strongest case for and against a decision, backed by real evidence, before they commit?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B0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·  TARGET USERS &amp; STAKEHOLDERS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ClashAI is built for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ClashAI  ·  HackITon’26  ·  Review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2240280"/>
            <a:ext cx="548640" cy="548640"/>
          </a:xfrm>
          <a:prstGeom prst="ellipse">
            <a:avLst/>
          </a:prstGeom>
          <a:solidFill>
            <a:srgbClr val="E8B004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&amp; early-career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336499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course, a higher-study path, an internship or a first job offer.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43400" y="196596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22402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46177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61772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Founders &amp; small teams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17720" y="336499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Stress-testing an idea, a feature, pricing or a hiring call before committing.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46720" y="196596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21040" y="2240280"/>
            <a:ext cx="548640" cy="54864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20" name="Text 17"/>
          <p:cNvSpPr/>
          <p:nvPr/>
        </p:nvSpPr>
        <p:spPr>
          <a:xfrm>
            <a:off x="83210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32104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decision-makers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21040" y="336499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purchases, relocation or personal finance choices where advice is scattered.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STAKEHOLDERS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" y="484632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6DE"/>
          </a:solidFill>
          <a:ln w="12700">
            <a:solidFill>
              <a:srgbClr val="E8B00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48463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Educators &amp; mentors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debates as a critical-thinking and discussion tool.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172200" y="484632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6DE"/>
          </a:solidFill>
          <a:ln w="12700">
            <a:solidFill>
              <a:srgbClr val="E8B00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48463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&amp; organisations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quick structured pre-mortem before a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B0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·  LIMITATIONS OF THE EXISTING 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today’s options fall short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ClashAI  ·  HackITon’26  ·  Review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0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54480" y="1847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AI chatbots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554480" y="22402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answer, one voice. Tends to mirror the user’s framing and rarely argues against it unless asked.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164592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6446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0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086600" y="1847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engines &amp; articles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086600" y="22402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information, but no synthesis for your decision. You reconcile conflicting sources yourself.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333756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14400" y="3611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0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554480" y="3538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Ungrounded multi-persona demos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1554480" y="39319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are role-played from model memory with no live evidence, and can drift into agreeing.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172200" y="333756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46520" y="3611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64465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0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086600" y="3538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Friends &amp; advisors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7086600" y="39319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viewpoints, personal bias and limited availability.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0080" y="51206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28" name="Text 25"/>
          <p:cNvSpPr/>
          <p:nvPr/>
        </p:nvSpPr>
        <p:spPr>
          <a:xfrm>
            <a:off x="914400" y="51206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0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combines structured opposition, live evidence and a transparent confidence signal.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B0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·  PROPOSED SOLUTION &amp; WHAT MAKES IT DIFFERENT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ClashAI: a fact-checked debate before you decide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ClashAI  ·  HackITon’26  ·  Review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decision. Four AI roles — Optimist, Skeptic, Fact-Checker, Moderator — debate it live, each rebutting the last, and the Moderator delivers a verdict with a confidence score.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2316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840480"/>
                <a:gridCol w="4937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Typical single-AI chat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ClashAI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Perspectives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for / against debate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Reasoning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behind the 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Visible, turn by turn, as an animated debate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Evidence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web search checks claims mid-debate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Certainty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sounds confident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 comes with a confidence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Interaction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agent responds to the previous argument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B0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·  EXPECTED OUTCOME &amp; IMPACT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success looks like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ClashAI  ·  HackITon’26  ·  Review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0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26517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Better-informed decisions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3291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the strongest case for and against, plus verified facts, before deciding.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4251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do users report arguments they had not considered?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43400" y="164592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46177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0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617720" y="26517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through transparency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17720" y="3291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reasoning and a confidence score show why the verdict was reached.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17720" y="4251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can users explain the verdict in their own words?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046720" y="164592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2104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83210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0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321040" y="26517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engine, many domains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321040" y="3291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debate loop works for careers, products, money and study choices.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321040" y="4251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sensible debates across varied test decisions.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40080" y="525780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6DE"/>
          </a:solidFill>
          <a:ln w="12700">
            <a:solidFill>
              <a:srgbClr val="E8B00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interject mid-debate, save and share transcripts, and add custom personas.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B0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SYSTEM / WORKFLOW DIAGRAM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decision flows through ClashAI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ClashAI  ·  HackITon’26  ·  Review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783080"/>
            <a:ext cx="20116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0" y="178308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0" y="1783080"/>
            <a:ext cx="2560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Tailwind UI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09360" y="178308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9360" y="1783080"/>
            <a:ext cx="2926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Orchestrator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784080" y="178308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784080" y="1783080"/>
            <a:ext cx="17373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API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651760" y="2194560"/>
            <a:ext cx="548640" cy="0"/>
          </a:xfrm>
          <a:prstGeom prst="line">
            <a:avLst/>
          </a:prstGeom>
          <a:noFill/>
          <a:ln w="25400">
            <a:solidFill>
              <a:srgbClr val="E8B004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760720" y="2194560"/>
            <a:ext cx="548640" cy="0"/>
          </a:xfrm>
          <a:prstGeom prst="line">
            <a:avLst/>
          </a:prstGeom>
          <a:noFill/>
          <a:ln w="25400">
            <a:solidFill>
              <a:srgbClr val="E8B004"/>
            </a:solidFill>
            <a:prstDash val="solid"/>
            <a:headEnd type="triangl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235440" y="2194560"/>
            <a:ext cx="548640" cy="0"/>
          </a:xfrm>
          <a:prstGeom prst="line">
            <a:avLst/>
          </a:prstGeom>
          <a:noFill/>
          <a:ln w="25400">
            <a:solidFill>
              <a:srgbClr val="E8B004"/>
            </a:solidFill>
            <a:prstDash val="solid"/>
            <a:headEnd type="triangl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5074920" y="1481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⇄ SSE stream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006840" y="1481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prompts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" y="3154680"/>
            <a:ext cx="10881360" cy="2834640"/>
          </a:xfrm>
          <a:prstGeom prst="roundRect">
            <a:avLst>
              <a:gd name="adj" fmla="val 2581"/>
            </a:avLst>
          </a:prstGeom>
          <a:solidFill>
            <a:srgbClr val="F4F6FC"/>
          </a:solidFill>
          <a:ln w="12700">
            <a:solidFill>
              <a:srgbClr val="E1E5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ENGINE  (runs inside the orchestrator, one turn at a time)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72400" y="2606040"/>
            <a:ext cx="0" cy="548640"/>
          </a:xfrm>
          <a:prstGeom prst="line">
            <a:avLst/>
          </a:prstGeom>
          <a:noFill/>
          <a:ln w="25400">
            <a:solidFill>
              <a:srgbClr val="E8B004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14400" y="3794760"/>
            <a:ext cx="2240280" cy="822960"/>
          </a:xfrm>
          <a:prstGeom prst="roundRect">
            <a:avLst>
              <a:gd name="adj" fmla="val 8889"/>
            </a:avLst>
          </a:prstGeom>
          <a:solidFill>
            <a:srgbClr val="E8B004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14400" y="3794760"/>
            <a:ext cx="22402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Optimist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154680" y="4206240"/>
            <a:ext cx="457200" cy="0"/>
          </a:xfrm>
          <a:prstGeom prst="line">
            <a:avLst/>
          </a:prstGeom>
          <a:noFill/>
          <a:ln w="25400">
            <a:solidFill>
              <a:srgbClr val="E8B004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3611880" y="3794760"/>
            <a:ext cx="2240280" cy="822960"/>
          </a:xfrm>
          <a:prstGeom prst="roundRect">
            <a:avLst>
              <a:gd name="adj" fmla="val 8889"/>
            </a:avLst>
          </a:prstGeom>
          <a:solidFill>
            <a:srgbClr val="B03A2E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611880" y="3794760"/>
            <a:ext cx="22402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Skeptic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852160" y="4206240"/>
            <a:ext cx="457200" cy="0"/>
          </a:xfrm>
          <a:prstGeom prst="line">
            <a:avLst/>
          </a:prstGeom>
          <a:noFill/>
          <a:ln w="25400">
            <a:solidFill>
              <a:srgbClr val="E8B004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6309360" y="3794760"/>
            <a:ext cx="224028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309360" y="3794760"/>
            <a:ext cx="22402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Fact-Checker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8549640" y="4206240"/>
            <a:ext cx="457200" cy="0"/>
          </a:xfrm>
          <a:prstGeom prst="line">
            <a:avLst/>
          </a:prstGeom>
          <a:noFill/>
          <a:ln w="25400">
            <a:solidFill>
              <a:srgbClr val="E8B004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9006840" y="3794760"/>
            <a:ext cx="224028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006840" y="3794760"/>
            <a:ext cx="22402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Moderator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355080" y="5120640"/>
            <a:ext cx="2240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55080" y="5120640"/>
            <a:ext cx="22402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Tavily web search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 flipV="1">
            <a:off x="7470648" y="4617720"/>
            <a:ext cx="0" cy="502920"/>
          </a:xfrm>
          <a:prstGeom prst="line">
            <a:avLst/>
          </a:prstGeom>
          <a:noFill/>
          <a:ln w="25400">
            <a:solidFill>
              <a:srgbClr val="E8B004"/>
            </a:solidFill>
            <a:prstDash val="solid"/>
            <a:tailEnd type="triangle"/>
          </a:ln>
        </p:spPr>
      </p:sp>
      <p:sp>
        <p:nvSpPr>
          <p:cNvPr id="37" name="Text 34"/>
          <p:cNvSpPr/>
          <p:nvPr/>
        </p:nvSpPr>
        <p:spPr>
          <a:xfrm>
            <a:off x="9052560" y="49377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confidence score → streamed to UI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9601200" y="4617720"/>
            <a:ext cx="0" cy="320040"/>
          </a:xfrm>
          <a:prstGeom prst="line">
            <a:avLst/>
          </a:prstGeom>
          <a:noFill/>
          <a:ln w="25400">
            <a:solidFill>
              <a:srgbClr val="E8B004"/>
            </a:solidFill>
            <a:prstDash val="solid"/>
            <a:tailEnd type="triangle"/>
          </a:ln>
        </p:spPr>
      </p:sp>
      <p:sp>
        <p:nvSpPr>
          <p:cNvPr id="39" name="Text 36"/>
          <p:cNvSpPr/>
          <p:nvPr/>
        </p:nvSpPr>
        <p:spPr>
          <a:xfrm>
            <a:off x="914400" y="49834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receives the full transcript so far, so every turn rebuts what came before.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B0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MAJOR COMPONENTS &amp; HOW THEY INTERACT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components and their roles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ClashAI  ·  HackITon’26  ·  Review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846320"/>
                <a:gridCol w="356616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Responsibility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Interacts with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React UI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Takes the decision; renders the live debate and the verdict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(request out, stream in)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Express orchestrator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agent sequence, builds each prompt from the transcript so far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UI, Gemini, Tavily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Agent prompt layer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role prompts: Optimist, Skeptic, Fact-Checker, Moderator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Orchestrator, Gemini 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Gemini API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each agent’s turn from its role prompt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Tavily search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live web results so the Fact-Checker can verify claims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(Fact-Checker turn)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Streaming channel (SSE)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Pushes each turn to the UI as it is generated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Orchestrator, 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B0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TECHNOLOGIES &amp; TOOLS PLANNED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choices and why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ClashAI  ·  HackITon’26  ·  Review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B0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21214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Tailwind CSS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8680" y="2560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build; component model suits a live, streaming debate. Animated chat bubbles, with React Flow or D3 considered for an argument tree.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164592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0" y="21214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+ Express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572000" y="2560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server for orchestration and streaming responses.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46720" y="164592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7532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B0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275320" y="21214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 API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275320" y="2560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fits hackathon budget; one model with four role prompts.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" y="384048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6868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FACT-CHECKING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68680" y="43159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Tavily Search API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868680" y="4754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API built for AI use; gives the Fact-Checker real evidence.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343400" y="384048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57200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B0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572000" y="43159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Server-Sent Events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4572000" y="4754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one-way stream of each turn from server to browser.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046720" y="384048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14300" dist="25400" dir="5400000">
              <a:srgbClr val="0B0E2C">
                <a:alpha val="2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27532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275320" y="43159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Code, Git, local run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8275320" y="4754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locally; no deployment required for the review.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B0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EXPECTED TECHNICAL CHALLENGES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wrong, and our plan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ClashAI  ·  HackITon’26  ·  Review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3152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Challenge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How we plan to handle it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Sequential agent calls add latency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 tokens as they are generated; keep turns short through prompt limits; show a live “speaking” state.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Fact-checks may be weak or wrong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the Fact-Checker in Tavily results, require it to point to its source, and flag claims it cannot verify.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Agents drift into agreeing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role prompts with explicit rebuttal instructions; pass the full transcript to every turn.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Free-tier API rate limits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debate rounds, keep token budgets small, retry with backoff.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confidence score can be arbitrary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Moderator outputs a structured result from a fixed rubric (evidence strength, level of disagreement) and we present it as a heuristic.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91840" y="4846320"/>
            <a:ext cx="6400800" cy="64008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5486400"/>
            <a:ext cx="5120640" cy="5120640"/>
          </a:xfrm>
          <a:prstGeom prst="ellipse">
            <a:avLst/>
          </a:prstGeom>
          <a:ln w="19050">
            <a:solidFill>
              <a:srgbClr val="E8B0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03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6868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big decision deserves a second opinion — and a third.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3931920"/>
            <a:ext cx="1828800" cy="0"/>
          </a:xfrm>
          <a:prstGeom prst="line">
            <a:avLst/>
          </a:prstGeom>
          <a:noFill/>
          <a:ln w="25400">
            <a:solidFill>
              <a:srgbClr val="E8B0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Kokila S  ·  Dhanya Priya S  ·  Nithishkumar 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ClashAI  ·  HackITon’26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B0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2026-10-08T06:13:49Z</dcterms:created>
  <dcterms:modified xsi:type="dcterms:W3CDTF">2026-10-08T06:13:49Z</dcterms:modified>
</cp:coreProperties>
</file>